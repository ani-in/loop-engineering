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0" r:id="rId4"/>
    <p:sldMasterId id="2147483751" r:id="rId5"/>
    <p:sldMasterId id="2147483752" r:id="rId6"/>
  </p:sldMasterIdLst>
  <p:notesMasterIdLst>
    <p:notesMasterId r:id="rId7"/>
  </p:notesMasterIdLst>
  <p:sldIdLst>
    <p:sldId id="256" r:id="rId30"/>
    <p:sldId id="257" r:id="rId31"/>
    <p:sldId id="258" r:id="rId32"/>
    <p:sldId id="259" r:id="rId33"/>
    <p:sldId id="260" r:id="rId34"/>
    <p:sldId id="261" r:id="rId35"/>
    <p:sldId id="262" r:id="rId36"/>
  </p:sldIdLst>
  <p:sldSz cy="6858000" cx="12192000"/>
  <p:notesSz cx="6858000" cy="9144000"/>
  <p:embeddedFontLst>
    <p:embeddedFont>
      <p:font typeface="Roboto"/>
      <p:regular r:id="rId83"/>
      <p:bold r:id="rId84"/>
      <p:italic r:id="rId85"/>
      <p:boldItalic r:id="rId86"/>
    </p:embeddedFont>
    <p:embeddedFont>
      <p:font typeface="Fira Sans Extra Condensed Medium"/>
      <p:regular r:id="rId87"/>
      <p:bold r:id="rId88"/>
      <p:italic r:id="rId89"/>
      <p:boldItalic r:id="rId90"/>
    </p:embeddedFont>
    <p:embeddedFont>
      <p:font typeface="Fira Sans Medium"/>
      <p:regular r:id="rId91"/>
      <p:bold r:id="rId92"/>
      <p:italic r:id="rId93"/>
      <p:boldItalic r:id="rId94"/>
    </p:embeddedFont>
    <p:embeddedFont>
      <p:font typeface="Lexend Medium"/>
      <p:regular r:id="rId95"/>
      <p:bold r:id="rId96"/>
    </p:embeddedFont>
    <p:embeddedFont>
      <p:font typeface="Fira Sans"/>
      <p:regular r:id="rId97"/>
      <p:bold r:id="rId98"/>
      <p:italic r:id="rId99"/>
      <p:boldItalic r:id="rId100"/>
    </p:embeddedFont>
    <p:embeddedFont>
      <p:font typeface="Quattrocento Sans"/>
      <p:regular r:id="rId101"/>
      <p:bold r:id="rId102"/>
      <p:italic r:id="rId103"/>
      <p:boldItalic r:id="rId10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364A0A-BACB-46D7-832C-BCCBC61AE77F}">
  <a:tblStyle styleId="{01364A0A-BACB-46D7-832C-BCCBC61AE77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83" Type="http://schemas.openxmlformats.org/officeDocument/2006/relationships/font" Target="fonts/Roboto-regular.fntdata"/><Relationship Id="rId84" Type="http://schemas.openxmlformats.org/officeDocument/2006/relationships/font" Target="fonts/Roboto-bold.fntdata"/><Relationship Id="rId85" Type="http://schemas.openxmlformats.org/officeDocument/2006/relationships/font" Target="fonts/Roboto-italic.fntdata"/><Relationship Id="rId86" Type="http://schemas.openxmlformats.org/officeDocument/2006/relationships/font" Target="fonts/Roboto-boldItalic.fntdata"/><Relationship Id="rId87" Type="http://schemas.openxmlformats.org/officeDocument/2006/relationships/font" Target="fonts/FiraSansExtraCondensedMedium-regular.fntdata"/><Relationship Id="rId88" Type="http://schemas.openxmlformats.org/officeDocument/2006/relationships/font" Target="fonts/FiraSansExtraCondensedMedium-bold.fntdata"/><Relationship Id="rId89" Type="http://schemas.openxmlformats.org/officeDocument/2006/relationships/font" Target="fonts/FiraSansExtraCondensedMedium-italic.fntdata"/><Relationship Id="rId90" Type="http://schemas.openxmlformats.org/officeDocument/2006/relationships/font" Target="fonts/FiraSansExtraCondensedMedium-boldItalic.fntdata"/><Relationship Id="rId91" Type="http://schemas.openxmlformats.org/officeDocument/2006/relationships/font" Target="fonts/FiraSansMedium-regular.fntdata"/><Relationship Id="rId92" Type="http://schemas.openxmlformats.org/officeDocument/2006/relationships/font" Target="fonts/FiraSansMedium-bold.fntdata"/><Relationship Id="rId93" Type="http://schemas.openxmlformats.org/officeDocument/2006/relationships/font" Target="fonts/FiraSansMedium-italic.fntdata"/><Relationship Id="rId94" Type="http://schemas.openxmlformats.org/officeDocument/2006/relationships/font" Target="fonts/FiraSansMedium-boldItalic.fntdata"/><Relationship Id="rId95" Type="http://schemas.openxmlformats.org/officeDocument/2006/relationships/font" Target="fonts/LexendMedium-regular.fntdata"/><Relationship Id="rId96" Type="http://schemas.openxmlformats.org/officeDocument/2006/relationships/font" Target="fonts/LexendMedium-bold.fntdata"/><Relationship Id="rId97" Type="http://schemas.openxmlformats.org/officeDocument/2006/relationships/font" Target="fonts/FiraSans-regular.fntdata"/><Relationship Id="rId98" Type="http://schemas.openxmlformats.org/officeDocument/2006/relationships/font" Target="fonts/FiraSans-bold.fntdata"/><Relationship Id="rId99" Type="http://schemas.openxmlformats.org/officeDocument/2006/relationships/font" Target="fonts/FiraSans-italic.fntdata"/><Relationship Id="rId100" Type="http://schemas.openxmlformats.org/officeDocument/2006/relationships/font" Target="fonts/FiraSans-boldItalic.fntdata"/><Relationship Id="rId101" Type="http://schemas.openxmlformats.org/officeDocument/2006/relationships/font" Target="fonts/QuattrocentoSans-regular.fntdata"/><Relationship Id="rId102" Type="http://schemas.openxmlformats.org/officeDocument/2006/relationships/font" Target="fonts/QuattrocentoSans-bold.fntdata"/><Relationship Id="rId103" Type="http://schemas.openxmlformats.org/officeDocument/2006/relationships/font" Target="fonts/QuattrocentoSans-italic.fntdata"/><Relationship Id="rId104" Type="http://schemas.openxmlformats.org/officeDocument/2006/relationships/font" Target="fonts/Quattrocento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0.5 min (0:00-0:00:30)</a:t>
            </a:r>
          </a:p>
          <a:p>
            <a:r>
              <a:t>Say the course title and the one question the class answers.</a:t>
            </a:r>
          </a:p>
          <a:p>
            <a:r>
              <a:t>Point at: the subtitle; it names the build and the measurement.</a:t>
            </a:r>
          </a:p>
          <a:p>
            <a:r>
              <a:t>Transition: "First, who is teaching and how the class runs."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0.5 min (&lt;start&gt;-&lt;end&gt;)</a:t>
            </a:r>
          </a:p>
          <a:p>
            <a:r>
              <a:t>Name the section and the failure it answers; no new terms yet.</a:t>
            </a:r>
          </a:p>
          <a:p>
            <a:r>
              <a:t>Before this slide: launch the section's demo in terminal 2 (make show-&lt;N&gt;), so it has finished by the demo slide.</a:t>
            </a:r>
          </a:p>
          <a:p>
            <a:r>
              <a:t>Transition: "Here is what goes wrong without it."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4 min (&lt;start&gt;-&lt;end&gt;)</a:t>
            </a:r>
          </a:p>
          <a:p>
            <a:r>
              <a:t>Source &lt;n&gt;: &lt;title&gt; (&lt;link&gt;): "&lt;short quote that the slide claims&gt;".</a:t>
            </a:r>
          </a:p>
          <a:p>
            <a:r>
              <a:t>Point at: the key idea box last; read it aloud once.</a:t>
            </a:r>
          </a:p>
          <a:p>
            <a:r>
              <a:t>In the repo: &lt;section folder&gt;/&lt;file&gt; holds this; open it only if asked.</a:t>
            </a:r>
          </a:p>
          <a:p>
            <a:r>
              <a:t>Re-check after live runs: any count on this slide against docs/evidence/.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3 min (&lt;start&gt;-&lt;end&gt;)</a:t>
            </a:r>
          </a:p>
          <a:p>
            <a:r>
              <a:t>Walk the picture left to right; name each box once, in plain words.</a:t>
            </a:r>
          </a:p>
          <a:p>
            <a:r>
              <a:t>Point at: &lt;the box or arrow that carries the idea&gt;.</a:t>
            </a:r>
          </a:p>
          <a:p>
            <a:r>
              <a:t>The diagram file is the source of truth; if it changes, re-export and replace.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10 min (&lt;start&gt;-&lt;end&gt;)</a:t>
            </a:r>
          </a:p>
          <a:p>
            <a:r>
              <a:t>Files for this demo: &lt;section folder&gt;/demo/run.sh (the command), &lt;section folder&gt;/demo/walkthrough.md (the code, explained), &lt;section folder&gt;/demo/expected/ (the captured run, the fallback).</a:t>
            </a:r>
          </a:p>
          <a:p>
            <a:r>
              <a:t>Switch to browser tab 2, the run launched at the section start.</a:t>
            </a:r>
          </a:p>
          <a:p>
            <a:r>
              <a:t>Screen &lt;N&gt; (1): &lt;what to point at first&gt;. (2): &lt;second&gt;. (3): &lt;the result&gt;.</a:t>
            </a:r>
          </a:p>
          <a:p>
            <a:r>
              <a:t>If the live run failed or is late: open the captured run in demo/expected/ and say so.</a:t>
            </a:r>
          </a:p>
          <a:p>
            <a:r>
              <a:t>Re-check after live runs: the counts you read aloud against the run on screen.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3 min (&lt;start&gt;-&lt;end&gt;)</a:t>
            </a:r>
          </a:p>
          <a:p>
            <a:r>
              <a:t>Read one row aloud, then the difference column.</a:t>
            </a:r>
          </a:p>
          <a:p>
            <a:r>
              <a:t>Every number on this slide comes from docs/evidence/&lt;file&gt;.md; quote the run there, not from memory.</a:t>
            </a:r>
          </a:p>
          <a:p>
            <a:r>
              <a:t>Re-check after live runs: today's runs add one row or one dot; update before class.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Time: 1 min (&lt;start&gt;-&lt;end&gt;)</a:t>
            </a:r>
          </a:p>
          <a:p>
            <a:r>
              <a:t>Say: "&lt;the sentence you open with&gt;."</a:t>
            </a:r>
          </a:p>
          <a:p>
            <a:r>
              <a:t>Point at: the first line of the slide.</a:t>
            </a:r>
          </a:p>
          <a:p>
            <a:r>
              <a:t>Likely question: "&lt;question&gt;" Answer: &lt;one line, and where in the repo it is&gt;.</a:t>
            </a:r>
          </a:p>
          <a:p>
            <a:r>
              <a:t>Re-check after live runs: nothing on this slide.</a:t>
            </a:r>
          </a:p>
          <a:p>
            <a:r>
              <a:t>Transition: "&lt;the sentence that leads to the next slide&gt;."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21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244" y="627148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0784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3295767" y="637000"/>
            <a:ext cx="7599900" cy="5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ctrTitle"/>
          </p:nvPr>
        </p:nvSpPr>
        <p:spPr>
          <a:xfrm>
            <a:off x="942200" y="548567"/>
            <a:ext cx="10307700" cy="17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Fira Sans"/>
              <a:buNone/>
              <a:defRPr b="1" sz="8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pic>
        <p:nvPicPr>
          <p:cNvPr id="38" name="Google Shape;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34133" y="2478600"/>
            <a:ext cx="8723733" cy="19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/>
          <p:nvPr/>
        </p:nvSpPr>
        <p:spPr>
          <a:xfrm>
            <a:off x="2017267" y="5007733"/>
            <a:ext cx="84405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"/>
              <a:buNone/>
              <a:defRPr b="1" sz="8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961232" y="123899"/>
            <a:ext cx="10269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0" i="0" sz="2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1182979" y="1374478"/>
            <a:ext cx="9825900" cy="3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1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/>
        </p:nvSpPr>
        <p:spPr>
          <a:xfrm>
            <a:off x="1509800" y="2748300"/>
            <a:ext cx="9172500" cy="12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8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8000"/>
              <a:buFont typeface="Fira Sans"/>
              <a:buNone/>
              <a:defRPr b="1" sz="8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8000"/>
              <a:buFont typeface="Fira Sans"/>
              <a:buNone/>
              <a:defRPr b="1" sz="8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2795833" y="4866167"/>
            <a:ext cx="65649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415600" y="531033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"/>
              <a:buNone/>
              <a:defRPr b="1" sz="8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0784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7" name="Google Shape;77;p18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0784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1" name="Google Shape;81;p19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2" type="body"/>
          </p:nvPr>
        </p:nvSpPr>
        <p:spPr>
          <a:xfrm>
            <a:off x="3295767" y="637000"/>
            <a:ext cx="7599900" cy="5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0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Fira Sans"/>
              <a:buNone/>
              <a:defRPr sz="4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7" name="Google Shape;87;p2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8" name="Google Shape;88;p2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0" name="Google Shape;90;p20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1"/>
          <p:cNvSpPr/>
          <p:nvPr/>
        </p:nvSpPr>
        <p:spPr>
          <a:xfrm>
            <a:off x="6113200" y="0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4" name="Google Shape;94;p2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Fira Sans"/>
              <a:buNone/>
              <a:defRPr sz="4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2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Fira Sans"/>
              <a:buNone/>
              <a:defRPr sz="43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2" name="Google Shape;102;p2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3" name="Google Shape;103;p22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Fira Sans"/>
              <a:buNone/>
              <a:defRPr sz="43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 txBox="1"/>
          <p:nvPr>
            <p:ph type="title"/>
          </p:nvPr>
        </p:nvSpPr>
        <p:spPr>
          <a:xfrm>
            <a:off x="319000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2" type="title"/>
          </p:nvPr>
        </p:nvSpPr>
        <p:spPr>
          <a:xfrm>
            <a:off x="7528533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p23"/>
          <p:cNvSpPr/>
          <p:nvPr/>
        </p:nvSpPr>
        <p:spPr>
          <a:xfrm>
            <a:off x="5061000" y="2721200"/>
            <a:ext cx="2070000" cy="141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19000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2" name="Google Shape;112;p24"/>
          <p:cNvSpPr txBox="1"/>
          <p:nvPr>
            <p:ph idx="2" type="title"/>
          </p:nvPr>
        </p:nvSpPr>
        <p:spPr>
          <a:xfrm>
            <a:off x="7528533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13" name="Google Shape;113;p24"/>
          <p:cNvSpPr/>
          <p:nvPr/>
        </p:nvSpPr>
        <p:spPr>
          <a:xfrm>
            <a:off x="5061000" y="2721200"/>
            <a:ext cx="2070000" cy="141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Font typeface="Fira Sans"/>
              <a:buNone/>
              <a:defRPr sz="69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1" name="Google Shape;121;p2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Fira Sans"/>
              <a:buNone/>
              <a:defRPr sz="37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2" name="Google Shape;122;p2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5" name="Google Shape;125;p2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6" name="Google Shape;126;p2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33" name="Google Shape;133;p3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34" name="Google Shape;134;p3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137" name="Google Shape;137;p3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138" name="Google Shape;138;p3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1" name="Google Shape;141;p3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AutoNum type="arabicPeriod"/>
              <a:defRPr sz="2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2" name="Google Shape;142;p32"/>
          <p:cNvSpPr txBox="1"/>
          <p:nvPr>
            <p:ph idx="12" type="sldNum"/>
          </p:nvPr>
        </p:nvSpPr>
        <p:spPr>
          <a:xfrm>
            <a:off x="11460400" y="1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5" name="Google Shape;145;p3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46" name="Google Shape;146;p3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49" name="Google Shape;149;p3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50" name="Google Shape;150;p3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1">
  <p:cSld name="SECTION_HEADER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35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070" y="5971023"/>
            <a:ext cx="1213866" cy="277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1">
          <p15:clr>
            <a:srgbClr val="E46962"/>
          </p15:clr>
        </p15:guide>
        <p15:guide id="2" orient="horz" pos="235">
          <p15:clr>
            <a:srgbClr val="E46962"/>
          </p15:clr>
        </p15:guide>
        <p15:guide id="3" pos="7439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0" name="Google Shape;160;p3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21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1" name="Google Shape;161;p3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3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37"/>
          <p:cNvSpPr txBox="1"/>
          <p:nvPr>
            <p:ph idx="12" type="sldNum"/>
          </p:nvPr>
        </p:nvSpPr>
        <p:spPr>
          <a:xfrm>
            <a:off x="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6" name="Google Shape;166;p3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67" name="Google Shape;167;p3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3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3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9"/>
          <p:cNvSpPr txBox="1"/>
          <p:nvPr>
            <p:ph type="ctrTitle"/>
          </p:nvPr>
        </p:nvSpPr>
        <p:spPr>
          <a:xfrm>
            <a:off x="942200" y="548567"/>
            <a:ext cx="10307700" cy="17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Fira Sans"/>
              <a:buNone/>
              <a:defRPr b="1" sz="8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pic>
        <p:nvPicPr>
          <p:cNvPr id="172" name="Google Shape;172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34133" y="2478600"/>
            <a:ext cx="8723733" cy="19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39"/>
          <p:cNvSpPr txBox="1"/>
          <p:nvPr/>
        </p:nvSpPr>
        <p:spPr>
          <a:xfrm>
            <a:off x="2017267" y="5007733"/>
            <a:ext cx="84405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7" name="Google Shape;177;p4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78" name="Google Shape;178;p40"/>
          <p:cNvSpPr txBox="1"/>
          <p:nvPr>
            <p:ph idx="12" type="sldNum"/>
          </p:nvPr>
        </p:nvSpPr>
        <p:spPr>
          <a:xfrm>
            <a:off x="85244" y="627148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07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82" name="Google Shape;182;p41"/>
          <p:cNvSpPr txBox="1"/>
          <p:nvPr>
            <p:ph idx="2" type="body"/>
          </p:nvPr>
        </p:nvSpPr>
        <p:spPr>
          <a:xfrm>
            <a:off x="3295767" y="637000"/>
            <a:ext cx="7599900" cy="5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83" name="Google Shape;183;p41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42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42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1" name="Google Shape;191;p4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2" name="Google Shape;192;p4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5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"/>
              <a:buNone/>
              <a:defRPr b="1" sz="8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7" name="Google Shape;197;p45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6"/>
          <p:cNvSpPr txBox="1"/>
          <p:nvPr>
            <p:ph type="title"/>
          </p:nvPr>
        </p:nvSpPr>
        <p:spPr>
          <a:xfrm>
            <a:off x="961232" y="123899"/>
            <a:ext cx="10269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0" i="0" sz="2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00" name="Google Shape;200;p46"/>
          <p:cNvSpPr txBox="1"/>
          <p:nvPr>
            <p:ph idx="1" type="body"/>
          </p:nvPr>
        </p:nvSpPr>
        <p:spPr>
          <a:xfrm>
            <a:off x="1182979" y="1374478"/>
            <a:ext cx="9825900" cy="3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201" name="Google Shape;201;p46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46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46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7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6" name="Google Shape;206;p47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7" name="Google Shape;207;p47"/>
          <p:cNvSpPr txBox="1"/>
          <p:nvPr>
            <p:ph idx="12" type="sldNum"/>
          </p:nvPr>
        </p:nvSpPr>
        <p:spPr>
          <a:xfrm>
            <a:off x="8778240" y="6377940"/>
            <a:ext cx="280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8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9"/>
          <p:cNvSpPr txBox="1"/>
          <p:nvPr/>
        </p:nvSpPr>
        <p:spPr>
          <a:xfrm>
            <a:off x="1509800" y="2748300"/>
            <a:ext cx="9172500" cy="12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8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2" name="Google Shape;212;p49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0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8000"/>
              <a:buFont typeface="Fira Sans"/>
              <a:buNone/>
              <a:defRPr b="1" sz="8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5" name="Google Shape;215;p50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1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8000"/>
              <a:buFont typeface="Fira Sans"/>
              <a:buNone/>
              <a:defRPr b="1" sz="8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8" name="Google Shape;218;p51"/>
          <p:cNvSpPr txBox="1"/>
          <p:nvPr>
            <p:ph idx="1" type="subTitle"/>
          </p:nvPr>
        </p:nvSpPr>
        <p:spPr>
          <a:xfrm>
            <a:off x="2795833" y="4866167"/>
            <a:ext cx="65649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219" name="Google Shape;219;p51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2"/>
          <p:cNvSpPr txBox="1"/>
          <p:nvPr>
            <p:ph type="title"/>
          </p:nvPr>
        </p:nvSpPr>
        <p:spPr>
          <a:xfrm>
            <a:off x="415600" y="531033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"/>
              <a:buNone/>
              <a:defRPr b="1" sz="8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2" name="Google Shape;222;p52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53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07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5" name="Google Shape;225;p53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26" name="Google Shape;226;p53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4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07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29" name="Google Shape;229;p54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0" name="Google Shape;230;p54"/>
          <p:cNvSpPr txBox="1"/>
          <p:nvPr>
            <p:ph idx="2" type="body"/>
          </p:nvPr>
        </p:nvSpPr>
        <p:spPr>
          <a:xfrm>
            <a:off x="3295767" y="637000"/>
            <a:ext cx="7599900" cy="5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1" name="Google Shape;231;p5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5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55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Fira Sans"/>
              <a:buNone/>
              <a:defRPr sz="4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5" name="Google Shape;235;p5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6" name="Google Shape;236;p5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7" name="Google Shape;237;p55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8" name="Google Shape;238;p55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6"/>
          <p:cNvSpPr/>
          <p:nvPr/>
        </p:nvSpPr>
        <p:spPr>
          <a:xfrm>
            <a:off x="6113200" y="0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6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2" name="Google Shape;242;p56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3" name="Google Shape;243;p56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4" name="Google Shape;244;p56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Fira Sans"/>
              <a:buNone/>
              <a:defRPr sz="4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5" name="Google Shape;245;p56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7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7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Fira Sans"/>
              <a:buNone/>
              <a:defRPr sz="43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9" name="Google Shape;249;p5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50" name="Google Shape;250;p5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51" name="Google Shape;251;p57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Fira Sans"/>
              <a:buNone/>
              <a:defRPr sz="43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2" name="Google Shape;252;p57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8"/>
          <p:cNvSpPr txBox="1"/>
          <p:nvPr>
            <p:ph type="title"/>
          </p:nvPr>
        </p:nvSpPr>
        <p:spPr>
          <a:xfrm>
            <a:off x="319000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5" name="Google Shape;255;p58"/>
          <p:cNvSpPr txBox="1"/>
          <p:nvPr>
            <p:ph idx="2" type="title"/>
          </p:nvPr>
        </p:nvSpPr>
        <p:spPr>
          <a:xfrm>
            <a:off x="7528533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56" name="Google Shape;256;p58"/>
          <p:cNvSpPr/>
          <p:nvPr/>
        </p:nvSpPr>
        <p:spPr>
          <a:xfrm>
            <a:off x="5061000" y="2721200"/>
            <a:ext cx="2070000" cy="141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8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9"/>
          <p:cNvSpPr txBox="1"/>
          <p:nvPr>
            <p:ph type="title"/>
          </p:nvPr>
        </p:nvSpPr>
        <p:spPr>
          <a:xfrm>
            <a:off x="319000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0" name="Google Shape;260;p59"/>
          <p:cNvSpPr txBox="1"/>
          <p:nvPr>
            <p:ph idx="2" type="title"/>
          </p:nvPr>
        </p:nvSpPr>
        <p:spPr>
          <a:xfrm>
            <a:off x="7528533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261" name="Google Shape;261;p59"/>
          <p:cNvSpPr/>
          <p:nvPr/>
        </p:nvSpPr>
        <p:spPr>
          <a:xfrm>
            <a:off x="5061000" y="2721200"/>
            <a:ext cx="2070000" cy="141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9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0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1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Font typeface="Fira Sans"/>
              <a:buNone/>
              <a:defRPr sz="69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69" name="Google Shape;269;p6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Fira Sans"/>
              <a:buNone/>
              <a:defRPr sz="37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70" name="Google Shape;270;p62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6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73" name="Google Shape;273;p6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74" name="Google Shape;274;p6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7" name="Google Shape;277;p6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78" name="Google Shape;278;p64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281" name="Google Shape;281;p6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282" name="Google Shape;282;p6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285" name="Google Shape;285;p6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25" lIns="162525" spcFirstLastPara="1" rIns="162525" wrap="square" tIns="16252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286" name="Google Shape;286;p6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25" lIns="162525" spcFirstLastPara="1" rIns="162525" wrap="square" tIns="16252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2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9" name="Google Shape;289;p6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AutoNum type="arabicPeriod"/>
              <a:defRPr sz="2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90" name="Google Shape;290;p67"/>
          <p:cNvSpPr txBox="1"/>
          <p:nvPr>
            <p:ph idx="12" type="sldNum"/>
          </p:nvPr>
        </p:nvSpPr>
        <p:spPr>
          <a:xfrm>
            <a:off x="11460400" y="1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3" name="Google Shape;293;p6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94" name="Google Shape;294;p6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9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97" name="Google Shape;297;p69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98" name="Google Shape;298;p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1">
  <p:cSld name="SECTION_HEADER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70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070" y="5971023"/>
            <a:ext cx="1213866" cy="277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1">
          <p15:clr>
            <a:srgbClr val="E46962"/>
          </p15:clr>
        </p15:guide>
        <p15:guide id="2" orient="horz" pos="235">
          <p15:clr>
            <a:srgbClr val="E46962"/>
          </p15:clr>
        </p15:guide>
        <p15:guide id="3" pos="7439">
          <p15:clr>
            <a:srgbClr val="E46962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72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08" name="Google Shape;308;p72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210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7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0" name="Google Shape;310;p7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1" name="Google Shape;311;p72"/>
          <p:cNvSpPr txBox="1"/>
          <p:nvPr>
            <p:ph idx="12" type="sldNum"/>
          </p:nvPr>
        </p:nvSpPr>
        <p:spPr>
          <a:xfrm>
            <a:off x="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7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4" name="Google Shape;314;p7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1pPr>
            <a:lvl2pPr indent="-34925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2pPr>
            <a:lvl3pPr indent="-34925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3pPr>
            <a:lvl4pPr indent="-3492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4pPr>
            <a:lvl5pPr indent="-3492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5pPr>
            <a:lvl6pPr indent="-3492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/>
            </a:lvl6pPr>
            <a:lvl7pPr indent="-3492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/>
            </a:lvl7pPr>
            <a:lvl8pPr indent="-3492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/>
            </a:lvl8pPr>
            <a:lvl9pPr indent="-349250" lvl="8" marL="4114800" algn="l">
              <a:lnSpc>
                <a:spcPct val="90000"/>
              </a:lnSpc>
              <a:spcBef>
                <a:spcPts val="500"/>
              </a:spcBef>
              <a:spcAft>
                <a:spcPts val="2100"/>
              </a:spcAft>
              <a:buClr>
                <a:schemeClr val="dk1"/>
              </a:buClr>
              <a:buSzPts val="1900"/>
              <a:buChar char="■"/>
              <a:defRPr/>
            </a:lvl9pPr>
          </a:lstStyle>
          <a:p/>
        </p:txBody>
      </p:sp>
      <p:sp>
        <p:nvSpPr>
          <p:cNvPr id="315" name="Google Shape;315;p7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6" name="Google Shape;316;p7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7" name="Google Shape;317;p7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4"/>
          <p:cNvSpPr txBox="1"/>
          <p:nvPr>
            <p:ph type="ctrTitle"/>
          </p:nvPr>
        </p:nvSpPr>
        <p:spPr>
          <a:xfrm>
            <a:off x="942200" y="548567"/>
            <a:ext cx="10307700" cy="17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Fira Sans"/>
              <a:buNone/>
              <a:defRPr b="1" sz="8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pic>
        <p:nvPicPr>
          <p:cNvPr id="320" name="Google Shape;320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734133" y="2478600"/>
            <a:ext cx="8721553" cy="19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74"/>
          <p:cNvSpPr txBox="1"/>
          <p:nvPr/>
        </p:nvSpPr>
        <p:spPr>
          <a:xfrm>
            <a:off x="2017267" y="5007733"/>
            <a:ext cx="8440500" cy="12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7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7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25" name="Google Shape;325;p7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26" name="Google Shape;326;p75"/>
          <p:cNvSpPr txBox="1"/>
          <p:nvPr>
            <p:ph idx="12" type="sldNum"/>
          </p:nvPr>
        </p:nvSpPr>
        <p:spPr>
          <a:xfrm>
            <a:off x="85244" y="627148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6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6" rotWithShape="0" dir="5400000" dist="25404">
              <a:srgbClr val="000000">
                <a:alpha val="407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29" name="Google Shape;329;p76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30" name="Google Shape;330;p76"/>
          <p:cNvSpPr txBox="1"/>
          <p:nvPr>
            <p:ph idx="2" type="body"/>
          </p:nvPr>
        </p:nvSpPr>
        <p:spPr>
          <a:xfrm>
            <a:off x="3295767" y="637000"/>
            <a:ext cx="7599900" cy="5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31" name="Google Shape;331;p76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4" name="Google Shape;334;p77"/>
          <p:cNvSpPr txBox="1"/>
          <p:nvPr>
            <p:ph idx="10" type="dt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5" name="Google Shape;335;p77"/>
          <p:cNvSpPr txBox="1"/>
          <p:nvPr>
            <p:ph idx="11" type="ftr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6" name="Google Shape;336;p77"/>
          <p:cNvSpPr txBox="1"/>
          <p:nvPr>
            <p:ph idx="12" type="sldNum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9" name="Google Shape;339;p7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0" name="Google Shape;340;p7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79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80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"/>
              <a:buNone/>
              <a:defRPr b="1" sz="8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5" name="Google Shape;345;p80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1"/>
          <p:cNvSpPr txBox="1"/>
          <p:nvPr>
            <p:ph type="title"/>
          </p:nvPr>
        </p:nvSpPr>
        <p:spPr>
          <a:xfrm>
            <a:off x="961232" y="123899"/>
            <a:ext cx="102696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b="0" i="0" sz="2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48" name="Google Shape;348;p81"/>
          <p:cNvSpPr txBox="1"/>
          <p:nvPr>
            <p:ph idx="1" type="body"/>
          </p:nvPr>
        </p:nvSpPr>
        <p:spPr>
          <a:xfrm>
            <a:off x="1182979" y="1374478"/>
            <a:ext cx="9825900" cy="3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/>
            </a:lvl9pPr>
          </a:lstStyle>
          <a:p/>
        </p:txBody>
      </p:sp>
      <p:sp>
        <p:nvSpPr>
          <p:cNvPr id="349" name="Google Shape;349;p81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81"/>
          <p:cNvSpPr txBox="1"/>
          <p:nvPr>
            <p:ph idx="10" type="dt"/>
          </p:nvPr>
        </p:nvSpPr>
        <p:spPr>
          <a:xfrm>
            <a:off x="609600" y="6377940"/>
            <a:ext cx="280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1" name="Google Shape;351;p81"/>
          <p:cNvSpPr txBox="1"/>
          <p:nvPr>
            <p:ph idx="12" type="sldNum"/>
          </p:nvPr>
        </p:nvSpPr>
        <p:spPr>
          <a:xfrm>
            <a:off x="8778240" y="6377940"/>
            <a:ext cx="280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2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4" name="Google Shape;354;p82"/>
          <p:cNvSpPr txBox="1"/>
          <p:nvPr>
            <p:ph idx="10" type="dt"/>
          </p:nvPr>
        </p:nvSpPr>
        <p:spPr>
          <a:xfrm>
            <a:off x="609600" y="6377940"/>
            <a:ext cx="280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5" name="Google Shape;355;p82"/>
          <p:cNvSpPr txBox="1"/>
          <p:nvPr>
            <p:ph idx="12" type="sldNum"/>
          </p:nvPr>
        </p:nvSpPr>
        <p:spPr>
          <a:xfrm>
            <a:off x="8778240" y="6377940"/>
            <a:ext cx="280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83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84"/>
          <p:cNvSpPr txBox="1"/>
          <p:nvPr/>
        </p:nvSpPr>
        <p:spPr>
          <a:xfrm>
            <a:off x="1509800" y="2748300"/>
            <a:ext cx="9172500" cy="12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8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0" name="Google Shape;360;p8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85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8000"/>
              <a:buFont typeface="Fira Sans"/>
              <a:buNone/>
              <a:defRPr b="1" sz="8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3" name="Google Shape;363;p85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86"/>
          <p:cNvSpPr txBox="1"/>
          <p:nvPr>
            <p:ph type="title"/>
          </p:nvPr>
        </p:nvSpPr>
        <p:spPr>
          <a:xfrm>
            <a:off x="415600" y="2123600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8000"/>
              <a:buFont typeface="Fira Sans"/>
              <a:buNone/>
              <a:defRPr b="1" sz="8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6" name="Google Shape;366;p86"/>
          <p:cNvSpPr txBox="1"/>
          <p:nvPr>
            <p:ph idx="1" type="subTitle"/>
          </p:nvPr>
        </p:nvSpPr>
        <p:spPr>
          <a:xfrm>
            <a:off x="2795833" y="4866167"/>
            <a:ext cx="65652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/>
            </a:lvl9pPr>
          </a:lstStyle>
          <a:p/>
        </p:txBody>
      </p:sp>
      <p:sp>
        <p:nvSpPr>
          <p:cNvPr id="367" name="Google Shape;367;p86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7"/>
          <p:cNvSpPr txBox="1"/>
          <p:nvPr>
            <p:ph type="title"/>
          </p:nvPr>
        </p:nvSpPr>
        <p:spPr>
          <a:xfrm>
            <a:off x="415600" y="531033"/>
            <a:ext cx="11360700" cy="26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Font typeface="Fira Sans"/>
              <a:buNone/>
              <a:defRPr b="1" sz="8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0" name="Google Shape;370;p87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88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6" rotWithShape="0" dir="5400000" dist="25404">
              <a:srgbClr val="000000">
                <a:alpha val="407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3" name="Google Shape;373;p88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74" name="Google Shape;374;p88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89"/>
          <p:cNvSpPr/>
          <p:nvPr/>
        </p:nvSpPr>
        <p:spPr>
          <a:xfrm>
            <a:off x="0" y="0"/>
            <a:ext cx="3078900" cy="68580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6" rotWithShape="0" dir="5400000" dist="25404">
              <a:srgbClr val="000000">
                <a:alpha val="4078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7" name="Google Shape;377;p89"/>
          <p:cNvSpPr txBox="1"/>
          <p:nvPr>
            <p:ph idx="1" type="subTitle"/>
          </p:nvPr>
        </p:nvSpPr>
        <p:spPr>
          <a:xfrm>
            <a:off x="318400" y="637000"/>
            <a:ext cx="2442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3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78" name="Google Shape;378;p89"/>
          <p:cNvSpPr txBox="1"/>
          <p:nvPr>
            <p:ph idx="2" type="body"/>
          </p:nvPr>
        </p:nvSpPr>
        <p:spPr>
          <a:xfrm>
            <a:off x="3295767" y="637000"/>
            <a:ext cx="7599900" cy="57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79" name="Google Shape;379;p89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0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25" lIns="121925" spcFirstLastPara="1" rIns="121925" wrap="square" tIns="121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0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Fira Sans"/>
              <a:buNone/>
              <a:defRPr sz="4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3" name="Google Shape;383;p90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●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Fira Sans"/>
              <a:buChar char="○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3500"/>
              <a:buFont typeface="Fira Sans"/>
              <a:buChar char="■"/>
              <a:defRPr sz="35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84" name="Google Shape;384;p90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85" name="Google Shape;385;p90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6" name="Google Shape;386;p90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91"/>
          <p:cNvSpPr/>
          <p:nvPr/>
        </p:nvSpPr>
        <p:spPr>
          <a:xfrm>
            <a:off x="6113200" y="0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25" lIns="121925" spcFirstLastPara="1" rIns="121925" wrap="square" tIns="121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1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0" name="Google Shape;390;p9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●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896D2"/>
              </a:buClr>
              <a:buSzPts val="3500"/>
              <a:buFont typeface="Fira Sans"/>
              <a:buChar char="○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3896D2"/>
              </a:buClr>
              <a:buSzPts val="3500"/>
              <a:buFont typeface="Fira Sans"/>
              <a:buChar char="■"/>
              <a:defRPr sz="35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91" name="Google Shape;391;p9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●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Fira Sans"/>
              <a:buChar char="○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lt1"/>
              </a:buClr>
              <a:buSzPts val="3500"/>
              <a:buFont typeface="Fira Sans"/>
              <a:buChar char="■"/>
              <a:defRPr sz="35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92" name="Google Shape;392;p91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Fira Sans"/>
              <a:buNone/>
              <a:defRPr sz="43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93" name="Google Shape;393;p91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92"/>
          <p:cNvSpPr/>
          <p:nvPr/>
        </p:nvSpPr>
        <p:spPr>
          <a:xfrm>
            <a:off x="0" y="-167"/>
            <a:ext cx="6096000" cy="68580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25" lIns="121925" spcFirstLastPara="1" rIns="121925" wrap="square" tIns="121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2"/>
          <p:cNvSpPr txBox="1"/>
          <p:nvPr>
            <p:ph type="title"/>
          </p:nvPr>
        </p:nvSpPr>
        <p:spPr>
          <a:xfrm>
            <a:off x="415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Fira Sans"/>
              <a:buNone/>
              <a:defRPr sz="43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97" name="Google Shape;397;p9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●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Fira Sans"/>
              <a:buChar char="○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000000"/>
              </a:buClr>
              <a:buSzPts val="3500"/>
              <a:buFont typeface="Fira Sans"/>
              <a:buChar char="■"/>
              <a:defRPr sz="35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98" name="Google Shape;398;p9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450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4508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4508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4508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4508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4508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4508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●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4508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ra Sans"/>
              <a:buChar char="○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4508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3500"/>
              <a:buFont typeface="Fira Sans"/>
              <a:buChar char="■"/>
              <a:defRPr sz="35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99" name="Google Shape;399;p92"/>
          <p:cNvSpPr txBox="1"/>
          <p:nvPr>
            <p:ph idx="3" type="title"/>
          </p:nvPr>
        </p:nvSpPr>
        <p:spPr>
          <a:xfrm>
            <a:off x="6494600" y="381033"/>
            <a:ext cx="5333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Fira Sans"/>
              <a:buNone/>
              <a:defRPr sz="43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0" name="Google Shape;400;p92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3"/>
          <p:cNvSpPr txBox="1"/>
          <p:nvPr>
            <p:ph type="title"/>
          </p:nvPr>
        </p:nvSpPr>
        <p:spPr>
          <a:xfrm>
            <a:off x="319000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3" name="Google Shape;403;p93"/>
          <p:cNvSpPr txBox="1"/>
          <p:nvPr>
            <p:ph idx="2" type="title"/>
          </p:nvPr>
        </p:nvSpPr>
        <p:spPr>
          <a:xfrm>
            <a:off x="7528533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4" name="Google Shape;404;p93"/>
          <p:cNvSpPr/>
          <p:nvPr/>
        </p:nvSpPr>
        <p:spPr>
          <a:xfrm>
            <a:off x="5061000" y="2721200"/>
            <a:ext cx="2070000" cy="141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25" lIns="121925" spcFirstLastPara="1" rIns="121925" wrap="square" tIns="121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3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94"/>
          <p:cNvSpPr txBox="1"/>
          <p:nvPr>
            <p:ph type="title"/>
          </p:nvPr>
        </p:nvSpPr>
        <p:spPr>
          <a:xfrm>
            <a:off x="319000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08" name="Google Shape;408;p94"/>
          <p:cNvSpPr txBox="1"/>
          <p:nvPr>
            <p:ph idx="2" type="title"/>
          </p:nvPr>
        </p:nvSpPr>
        <p:spPr>
          <a:xfrm>
            <a:off x="7528533" y="2443800"/>
            <a:ext cx="4352400" cy="19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4300"/>
              <a:buFont typeface="Fira Sans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409" name="Google Shape;409;p94"/>
          <p:cNvSpPr/>
          <p:nvPr/>
        </p:nvSpPr>
        <p:spPr>
          <a:xfrm>
            <a:off x="5061000" y="2721200"/>
            <a:ext cx="2070000" cy="141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25" lIns="121925" spcFirstLastPara="1" rIns="121925" wrap="square" tIns="121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4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A7B17"/>
          </p15:clr>
        </p15:guide>
        <p15:guide id="2" pos="3840">
          <p15:clr>
            <a:srgbClr val="FA7B17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95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96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97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Font typeface="Fira Sans"/>
              <a:buNone/>
              <a:defRPr sz="69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417" name="Google Shape;417;p97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Fira Sans"/>
              <a:buNone/>
              <a:defRPr sz="37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418" name="Google Shape;418;p9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421" name="Google Shape;421;p9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422" name="Google Shape;422;p98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9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25" name="Google Shape;425;p9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26" name="Google Shape;426;p99"/>
          <p:cNvSpPr txBox="1"/>
          <p:nvPr>
            <p:ph idx="12" type="sldNum"/>
          </p:nvPr>
        </p:nvSpPr>
        <p:spPr>
          <a:xfrm>
            <a:off x="-2" y="6271500"/>
            <a:ext cx="6060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0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75" lIns="162575" spcFirstLastPara="1" rIns="162575" wrap="square" tIns="162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429" name="Google Shape;429;p10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75" lIns="162575" spcFirstLastPara="1" rIns="162575" wrap="square" tIns="1625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30" name="Google Shape;430;p10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75" lIns="162575" spcFirstLastPara="1" rIns="162575" wrap="square" tIns="1625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75" lIns="162575" spcFirstLastPara="1" rIns="162575" wrap="square" tIns="1625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None/>
              <a:defRPr/>
            </a:lvl9pPr>
          </a:lstStyle>
          <a:p/>
        </p:txBody>
      </p:sp>
      <p:sp>
        <p:nvSpPr>
          <p:cNvPr id="433" name="Google Shape;433;p10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575" lIns="162575" spcFirstLastPara="1" rIns="162575" wrap="square" tIns="162575">
            <a:normAutofit/>
          </a:bodyPr>
          <a:lstStyle>
            <a:lvl1pPr indent="-431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/>
            </a:lvl1pPr>
            <a:lvl2pPr indent="-3873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2pPr>
            <a:lvl3pPr indent="-3873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3pPr>
            <a:lvl4pPr indent="-3873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4pPr>
            <a:lvl5pPr indent="-3873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5pPr>
            <a:lvl6pPr indent="-3873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6pPr>
            <a:lvl7pPr indent="-3873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7pPr>
            <a:lvl8pPr indent="-3873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○"/>
              <a:defRPr/>
            </a:lvl8pPr>
            <a:lvl9pPr indent="-3873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Char char="■"/>
              <a:defRPr/>
            </a:lvl9pPr>
          </a:lstStyle>
          <a:p/>
        </p:txBody>
      </p:sp>
      <p:sp>
        <p:nvSpPr>
          <p:cNvPr id="434" name="Google Shape;434;p101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2575" lIns="162575" spcFirstLastPara="1" rIns="162575" wrap="square" tIns="162575">
            <a:normAutofit fontScale="92500" lnSpcReduction="20000"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0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b="1" sz="43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37" name="Google Shape;437;p10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3810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ra Sans"/>
              <a:buAutoNum type="arabicPeriod"/>
              <a:defRPr sz="2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9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38" name="Google Shape;438;p102"/>
          <p:cNvSpPr txBox="1"/>
          <p:nvPr>
            <p:ph idx="12" type="sldNum"/>
          </p:nvPr>
        </p:nvSpPr>
        <p:spPr>
          <a:xfrm>
            <a:off x="11460400" y="1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0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441" name="Google Shape;441;p10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42" name="Google Shape;442;p103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25" lIns="121925" spcFirstLastPara="1" rIns="121925" wrap="square" tIns="1219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0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445" name="Google Shape;445;p10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446" name="Google Shape;446;p1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parator 1">
  <p:cSld name="SECTION_HEADER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105" title="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9070" y="5971023"/>
            <a:ext cx="1213562" cy="277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41">
          <p15:clr>
            <a:srgbClr val="E46962"/>
          </p15:clr>
        </p15:guide>
        <p15:guide id="2" orient="horz" pos="235">
          <p15:clr>
            <a:srgbClr val="E46962"/>
          </p15:clr>
        </p15:guide>
        <p15:guide id="3" pos="7439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4.xml"/><Relationship Id="rId22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8.xml"/><Relationship Id="rId26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64.xml"/><Relationship Id="rId32" Type="http://schemas.openxmlformats.org/officeDocument/2006/relationships/slideLayout" Target="../slideLayouts/slideLayout65.xml"/><Relationship Id="rId33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67.xml"/><Relationship Id="rId35" Type="http://schemas.openxmlformats.org/officeDocument/2006/relationships/slideLayout" Target="../slideLayouts/slideLayout68.xml"/><Relationship Id="rId36" Type="http://schemas.openxmlformats.org/officeDocument/2006/relationships/theme" Target="../theme/theme4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9.xml"/><Relationship Id="rId3" Type="http://schemas.openxmlformats.org/officeDocument/2006/relationships/slideLayout" Target="../slideLayouts/slideLayout70.xml"/><Relationship Id="rId4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5.xml"/><Relationship Id="rId9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81.xml"/><Relationship Id="rId15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3.xml"/><Relationship Id="rId17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86.xml"/><Relationship Id="rId20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8.xml"/><Relationship Id="rId22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90.xml"/><Relationship Id="rId24" Type="http://schemas.openxmlformats.org/officeDocument/2006/relationships/slideLayout" Target="../slideLayouts/slideLayout91.xml"/><Relationship Id="rId25" Type="http://schemas.openxmlformats.org/officeDocument/2006/relationships/slideLayout" Target="../slideLayouts/slideLayout92.xml"/><Relationship Id="rId26" Type="http://schemas.openxmlformats.org/officeDocument/2006/relationships/slideLayout" Target="../slideLayouts/slideLayout93.xml"/><Relationship Id="rId27" Type="http://schemas.openxmlformats.org/officeDocument/2006/relationships/slideLayout" Target="../slideLayouts/slideLayout94.xml"/><Relationship Id="rId28" Type="http://schemas.openxmlformats.org/officeDocument/2006/relationships/slideLayout" Target="../slideLayouts/slideLayout95.xml"/><Relationship Id="rId29" Type="http://schemas.openxmlformats.org/officeDocument/2006/relationships/slideLayout" Target="../slideLayouts/slideLayout96.xml"/><Relationship Id="rId30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98.xml"/><Relationship Id="rId32" Type="http://schemas.openxmlformats.org/officeDocument/2006/relationships/slideLayout" Target="../slideLayouts/slideLayout99.xml"/><Relationship Id="rId33" Type="http://schemas.openxmlformats.org/officeDocument/2006/relationships/slideLayout" Target="../slideLayouts/slideLayout100.xml"/><Relationship Id="rId34" Type="http://schemas.openxmlformats.org/officeDocument/2006/relationships/slideLayout" Target="../slideLayouts/slideLayout101.xml"/><Relationship Id="rId35" Type="http://schemas.openxmlformats.org/officeDocument/2006/relationships/slideLayout" Target="../slideLayouts/slideLayout102.xml"/><Relationship Id="rId3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Font typeface="Fira Sans"/>
              <a:buNone/>
              <a:defRPr b="0" i="0" sz="3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ira Sans"/>
              <a:buChar char="●"/>
              <a:defRPr b="0" i="0" sz="2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●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●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-7261" l="-15064" r="-2072" t="-9875"/>
          <a:stretch/>
        </p:blipFill>
        <p:spPr>
          <a:xfrm>
            <a:off x="9164466" y="4628439"/>
            <a:ext cx="3451975" cy="3451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Font typeface="Fira Sans"/>
              <a:buNone/>
              <a:defRPr b="0" i="0" sz="3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ira Sans"/>
              <a:buChar char="●"/>
              <a:defRPr b="0" i="0" sz="2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●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●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marR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56" name="Google Shape;156;p36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7" name="Google Shape;157;p36"/>
          <p:cNvPicPr preferRelativeResize="0"/>
          <p:nvPr/>
        </p:nvPicPr>
        <p:blipFill rotWithShape="1">
          <a:blip r:embed="rId1">
            <a:alphaModFix/>
          </a:blip>
          <a:srcRect b="-7263" l="-15064" r="-2073" t="-9875"/>
          <a:stretch/>
        </p:blipFill>
        <p:spPr>
          <a:xfrm>
            <a:off x="9164466" y="4628439"/>
            <a:ext cx="3451975" cy="34519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700"/>
              <a:buFont typeface="Fira Sans"/>
              <a:buNone/>
              <a:defRPr b="0" i="0" sz="37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Fira Sans"/>
              <a:buNone/>
              <a:defRPr b="0" i="0" sz="37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03" name="Google Shape;303;p7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-3810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Fira Sans"/>
              <a:buChar char="●"/>
              <a:defRPr b="0" i="0" sz="2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49250" lvl="1" marL="9144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49250" lvl="2" marL="13716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49250" lvl="3" marL="18288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●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49250" lvl="4" marL="22860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49250" lvl="5" marL="27432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49250" lvl="6" marL="32004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●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49250" lvl="7" marL="3657600" marR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Fira Sans"/>
              <a:buChar char="○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49250" lvl="8" marL="4114800" marR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rgbClr val="FFFFFF"/>
              </a:buClr>
              <a:buSzPts val="1900"/>
              <a:buFont typeface="Fira Sans"/>
              <a:buChar char="■"/>
              <a:defRPr b="0" i="0" sz="19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304" name="Google Shape;304;p71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25" lIns="121925" spcFirstLastPara="1" rIns="121925" wrap="square" tIns="1219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5" name="Google Shape;305;p71"/>
          <p:cNvPicPr preferRelativeResize="0"/>
          <p:nvPr/>
        </p:nvPicPr>
        <p:blipFill rotWithShape="1">
          <a:blip r:embed="rId1">
            <a:alphaModFix/>
          </a:blip>
          <a:srcRect b="-7263" l="-15064" r="-2073" t="-9875"/>
          <a:stretch/>
        </p:blipFill>
        <p:spPr>
          <a:xfrm>
            <a:off x="9164466" y="4628439"/>
            <a:ext cx="3451113" cy="345111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37" r:id="rId23"/>
    <p:sldLayoutId id="2147483738" r:id="rId24"/>
    <p:sldLayoutId id="2147483739" r:id="rId25"/>
    <p:sldLayoutId id="2147483740" r:id="rId26"/>
    <p:sldLayoutId id="2147483741" r:id="rId27"/>
    <p:sldLayoutId id="2147483742" r:id="rId28"/>
    <p:sldLayoutId id="2147483743" r:id="rId29"/>
    <p:sldLayoutId id="2147483744" r:id="rId30"/>
    <p:sldLayoutId id="2147483745" r:id="rId31"/>
    <p:sldLayoutId id="2147483746" r:id="rId32"/>
    <p:sldLayoutId id="2147483747" r:id="rId33"/>
    <p:sldLayoutId id="2147483748" r:id="rId34"/>
    <p:sldLayoutId id="2147483749" r:id="rId3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&lt;COURSE TITLE&gt;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&lt;one line: what the learner builds, then how it is measured&gt;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&lt;N&gt;: &lt;SECTION NAME&gt;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&lt;the failure this section fixes, in one line&gt;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&lt;N&gt;) &lt;Concept name&gt;: &lt;what it does, in a few words&gt;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&lt;One sentence: what the concept is.&gt;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057400"/>
            <a:ext cx="10485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&lt;Bullet: what the agent sees or keeps because of it&gt;</a:t>
            </a:r>
          </a:p>
          <a:p>
            <a:r>
              <a:rPr sz="1800" b="0"/>
              <a:t>&lt;Bullet: what checks it, and where (file path in the repo)&gt;</a:t>
            </a:r>
          </a:p>
          <a:p>
            <a:r>
              <a:rPr sz="1800" b="0"/>
              <a:t>&lt;Bullet: what it costs&gt;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51435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/>
              <a:t>Key idea:  &lt;the one sentence a learner should repeat&gt;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&lt;Diagram title: the mechanism in one picture&gt;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&lt;One line: what to read first in the picture&gt;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880360"/>
            <a:ext cx="8534400" cy="2743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DIAGRAM: &lt;section folder&gt;/diagrams/&lt;name&gt;.png</a:t>
            </a:r>
          </a:p>
          <a:p>
            <a:r>
              <a:t>(exported from &lt;name&gt;.excalidraw)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&lt;N&gt;: &lt;SECTION NAME&gt; - Implementation Notes: &lt;demo title&gt;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- &lt;N&gt;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880360"/>
            <a:ext cx="8534400" cy="27432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console screen &lt;N&gt;</a:t>
            </a:r>
          </a:p>
          <a:p>
            <a:r>
              <a:t>(a screenshot from the demo guide, or the live console)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&lt;what was measured&gt;, one row per &lt;unit&gt;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&lt;One line: how to read the table; counts, not percentages, for small n.&gt;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19456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Without the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With the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Difference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&lt;Section 1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&lt;k of 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&lt;k of 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&lt;none measurable | +k&gt;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&lt;Section 2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&lt;k of 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&lt;k of 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&lt;none measurable | +k&gt;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&lt;Section 3 name&gt;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&lt;k of 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&lt;k of n&gt;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&lt;none measurable | +k&gt;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say: the speaker-note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Line 1: Time: &lt;minutes&gt; min (&lt;start&gt;-&lt;end&gt;), from the class start.</a:t>
            </a:r>
          </a:p>
          <a:p>
            <a:r>
              <a:rPr sz="1800" b="0"/>
              <a:t>Then: what to say, in the order to say it; quotes with their source number.</a:t>
            </a:r>
          </a:p>
          <a:p>
            <a:r>
              <a:rPr sz="1800" b="0"/>
              <a:t>Point at: what the room should look at, slide or screen.</a:t>
            </a:r>
          </a:p>
          <a:p>
            <a:r>
              <a:rPr sz="1800" b="0"/>
              <a:t>Transition: the sentence that leads to the next slide.</a:t>
            </a:r>
          </a:p>
          <a:p>
            <a:r>
              <a:rPr sz="1800" b="0"/>
              <a:t>Re-check after live runs: every number or claim that a live run can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&lt;COURSE&gt;: slide template</dc:title>
  <cp:lastModifiedBy>&lt;AUTHOR&gt;</cp:lastModifiedBy>
  <cp:revision>1</cp:revision>
  <dcterms:modified xsi:type="dcterms:W3CDTF">2026-10-18T20:26:09Z</dcterms:modified>
  <dc:subject/>
  <dc:creator>&lt;AUTHOR&gt;</dc:creator>
  <cp:keywords/>
  <dc:description/>
  <cp:category/>
</cp:coreProperties>
</file>